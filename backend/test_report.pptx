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Video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Intel VDA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Transcription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sample transcription where we discuss green circular monitors and control panels....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green circular object, likely a monitor.</a:t>
            </a:r>
          </a:p>
          <a:p>
            <a:r>
              <a:t>- A green screen with a circular symbol, potentially a logo.</a:t>
            </a:r>
          </a:p>
          <a:p>
            <a:r>
              <a:t>- A control panel displaying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